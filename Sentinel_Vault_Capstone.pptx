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Sentinel-Vault: Zero-Trust JIT IAM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Architecting Mutual Authentication to Defeat Social Engineering</a:t>
            </a:r>
          </a:p>
          <a:p/>
          <a:p>
            <a:r>
              <a:t>[ Your Name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Threat Landscape: Telecom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weakest link in cloud security is human psychology paired with legacy telecom.</a:t>
            </a:r>
          </a:p>
          <a:p>
            <a:pPr lvl="1"/>
            <a:r>
              <a:t>VoIP SIP headers (Caller ID) lack cryptographic verification.</a:t>
            </a:r>
          </a:p>
          <a:p>
            <a:pPr lvl="1"/>
            <a:r>
              <a:t>Attackers exploit humanity's 'habit of trust' to spoof internal IT Helpdesks.</a:t>
            </a:r>
          </a:p>
          <a:p>
            <a:pPr lvl="1"/>
            <a:r>
              <a:t>Case Study: The 2023 MGM Casino Hack ($100M loss via voice phishing).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Sentinel-Vault JIT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Bypassing the telecom network via Application-Layer Cryptography.</a:t>
            </a:r>
          </a:p>
          <a:p>
            <a:pPr lvl="1"/>
            <a:r>
              <a:t>Enforces the 'Four-Eyes Principle' for high-risk cloud access.</a:t>
            </a:r>
          </a:p>
          <a:p>
            <a:pPr lvl="1">
              <a:defRPr b="1"/>
            </a:pPr>
            <a:r>
              <a:t>[ INSERT 90-SECOND VIDEO DEMO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Audit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requires observability. All events stream to the SOC in real-time.</a:t>
            </a:r>
          </a:p>
          <a:p>
            <a:pPr lvl="1"/>
            <a:r>
              <a:t>FastAPI Backend: Emits high-fidelity JSON webhooks.</a:t>
            </a:r>
          </a:p>
          <a:p>
            <a:pPr lvl="1"/>
            <a:r>
              <a:t>Apache NiFi: Orchestrates the event routing.</a:t>
            </a:r>
          </a:p>
          <a:p>
            <a:pPr lvl="1"/>
            <a:r>
              <a:t>Cribl Stream: Masks sensitive PII data-in-transit.</a:t>
            </a:r>
          </a:p>
          <a:p>
            <a:pPr lvl="1"/>
            <a:r>
              <a:t>Snowflake: Maintains the immutable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Sentinel-Vault successfully enforces 'Least Privilege' and protects data-in-use.</a:t>
            </a:r>
          </a:p>
          <a:p>
            <a:pPr lvl="1"/>
            <a:r>
              <a:t>Future Roadmap: Packaging Sentinel-Vault as an IDaaS (Identity-as-a-Service) REST API.</a:t>
            </a:r>
          </a:p>
          <a:p>
            <a:pPr lvl="1"/>
            <a:r>
              <a:t>Seamless integration for enterprise DevSecOps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